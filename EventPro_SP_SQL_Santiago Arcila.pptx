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63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" y="12801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EVENTPRO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300" dirty="0" err="1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01168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828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8229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Profundización de la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Orientada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Objetos II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CEFIT —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5486400" cy="7315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54864" cy="7315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37560" y="2578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Santiago Arcila Gutiérrez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30352" y="1207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de escritorio en Python que permita al centro de convenciones Espacios Magníficos S.A. gestionar sus operaciones de forma digital, centralizada e integrada con una base de datos MySQL.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2423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4 módulos funcionales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(Recintos, Clientes, Eventos, Personal)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0060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21808" y="2423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interfaz a MySQL usando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para todo el CRUD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4128" y="3566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interfaz gráfica intuitiva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Tkinter y validaciones de datos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63440" y="347472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0060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21808" y="3566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integración completa entre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 y base de datos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Problemática que Resuelve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Sin EventPro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Registros en papel o Excel sin respaldo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76856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control de disponibilidad de recintos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62072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Cotizaciones manuales propensas a errores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seguimiento del estado de cada evento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032504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Datos de personal dispersos y desactualizados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143000"/>
            <a:ext cx="3931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8348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Con EventPro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691640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7492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de datos MySQL con historial completo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2276856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74920" y="23225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Disponibilidad en tiempo real con búsqueda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862072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Formularios validados con Combobox y campos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447288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7492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Estados: Cotización › Confirmado › Finalizado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4032504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7492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centralizado con asignación a eventos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3.11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 de desarrollo. Versión estable con soporte completo para POO y librerías de escritorio.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06040" cy="43891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4612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Tkinter + ttk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estándar de Python para interfaces gráficas. Notebook para pestañas, Combobox, Entry y messagebox.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06040" cy="43891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MySQL 8.4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 relacional. Corre sobre WAMP Server en entorno local (localhost:3306).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606040" cy="43891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mysql-connector-python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oficial de MySQL para Python. Permite ejecutar Stored Procedures con callproc() y stored_results().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06040" cy="43891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4612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Stored Procedures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procedimientos almacenados en MySQL (5 por módulo) para todas las operaciones INSERT, UPDATE, DELETE y SELECT.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989320" y="2971800"/>
            <a:ext cx="2606040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08076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WAMP + HeidiSQL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WAMP provee el servidor MySQL local. HeidiSQL permite administrar la BD, ejecutar scripts SQL y verificar datos.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PRESENTACIÓN — Tkinter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Pestañas (Notebook)  |  Formularios con Entry + Combobox + Placeholders  |  Barra de Búsqueda  |  Botones CRUD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2743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914400"/>
          </a:xfrm>
          <a:prstGeom prst="rect">
            <a:avLst/>
          </a:prstGeom>
          <a:solidFill>
            <a:srgbClr val="2E86A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LÓGICA —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get_conn()  |  call_sp(sp_name, params)  |  call_sp_fetch(sp_name, params)  |  Validaciones de campos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3493008"/>
            <a:ext cx="2743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9601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DATOS — MySQL (Stored Procedures)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3616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  |  sp_insertar / sp_actualizar / sp_eliminar / sp_buscar / sp_listar  ×  4 módulos  |  Base de datos: eventpro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20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20240" cy="53035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93192" y="112471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Recintos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Código Recinto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Nombre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Tipo (Salón/Auditorio/Sala)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Ubicación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Capacidad (teatro)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Tarifa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Disponibilidad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1920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450592" y="1097280"/>
            <a:ext cx="1920240" cy="5303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523744" y="112471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Clientes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Código Cliente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Tipo (Corp./Agencia/Part.)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Razón Social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3008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Documento Fiscal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3438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Teléfono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42032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Correo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42032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Clasificación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81144" y="1097280"/>
            <a:ext cx="1920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581144" y="1097280"/>
            <a:ext cx="1920240" cy="53035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654296" y="112471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🎪 Eventos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72584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N° Evento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72584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Título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72584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Tipo de Evento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72584" y="3008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Cliente asociado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72584" y="3438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Fecha Inicio / Fin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72584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N° Asistentes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72584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Estado actual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11696" y="1097280"/>
            <a:ext cx="1920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711696" y="1097280"/>
            <a:ext cx="1920240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784848" y="112471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👷 Personal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03136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Código Empleado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03136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Nombres / Apellidos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03136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Especialidad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03136" y="3008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Tarifa / hora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03136" y="3438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Evento asignado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03136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Horario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03136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Disponibilidad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Stored Procedures — Integración con MySQL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40480" cy="384048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64008" cy="3840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38912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los SP?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566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Stored Procedures son rutinas SQL almacenadas directamente en MySQL. Python los llama con callproc() sin escribir SQL en el código de la aplicación.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Separación entre lógica e interfaz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seguridad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mantenimiento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Reutilizables desde cualquier cliente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0" y="1078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Stored Procedures (5 × 4 módulos)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480560" y="1517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sp_insertar_recinto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26680" y="1481328"/>
            <a:ext cx="822960" cy="310896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726680" y="1536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480560" y="1865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sp_actualizar_recinto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1828800"/>
            <a:ext cx="822960" cy="31089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26680" y="1883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2176272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480560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sp_eliminar_recinto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2176272"/>
            <a:ext cx="822960" cy="31089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72668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0" y="2523744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48056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sp_buscar_recinto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26680" y="2523744"/>
            <a:ext cx="822960" cy="31089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726680" y="2578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871216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480560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sp_insertar_cliente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2871216"/>
            <a:ext cx="822960" cy="310896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72668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3218688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480560" y="32552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sp_buscar_cliente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26680" y="3218688"/>
            <a:ext cx="822960" cy="31089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726680" y="3273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89120" y="3566160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480560" y="3602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sp_insertar_evento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26680" y="3566160"/>
            <a:ext cx="822960" cy="310896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726680" y="3621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3913632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480560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sp_buscar_evento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26680" y="3913632"/>
            <a:ext cx="822960" cy="31089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7726680" y="39684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0" y="4261104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480560" y="4297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sp_insertar_personal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26680" y="4261104"/>
            <a:ext cx="822960" cy="310896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7726680" y="4315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0" y="4608576"/>
            <a:ext cx="3291840" cy="310896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480560" y="4645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sp_buscar_personal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26680" y="4608576"/>
            <a:ext cx="822960" cy="31089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7726680" y="4663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8912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 10 más (actualizar + eliminar × 4 módulos)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Aprendizajes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1978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real Python ↔ MySQL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49047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logró conectar completamente la interfaz gráfica con la base de datos usando Stored Procedures, sin SQL embebido en el código Python.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64008" cy="82296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84048" y="22677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21579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modular y reutilizable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45059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helpers (mke, mkl, mkc, mksearch, mkbtns) y las funciones call_sp permiten escalar el sistema fácilmente con nuevos módulos.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4048" y="32278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31181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de programación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1071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en cada formulario, manejo de errores con try/except, confirmación antes de eliminar y placeholders para mejorar la UX.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64008" cy="8229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84048" y="41879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0432" y="40782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 del módulo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37083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Profundización en POO con Python, uso de Tkinter para GUIs, diseño de BD relacionales y la importancia de los SP como capa de abstracción de datos.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40055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EVENTPRO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Santiago Arcila Gutiérrez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CEFIT  ·  Profundización de la POO II  ·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Tkinter  ·  MySQL  ·  Stored Procedures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838</Words>
  <Application>Microsoft Office PowerPoint</Application>
  <PresentationFormat>Presentación en pantalla (16:9)</PresentationFormat>
  <Paragraphs>147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EventPro – CEFIT</dc:title>
  <dc:subject>PptxGenJS Presentation</dc:subject>
  <dc:creator>Santiago Arcila</dc:creator>
  <cp:lastModifiedBy>Santiago Arcila Gutierrez</cp:lastModifiedBy>
  <cp:revision>2</cp:revision>
  <dcterms:created xsi:type="dcterms:W3CDTF">2026-03-22T12:47:01Z</dcterms:created>
  <dcterms:modified xsi:type="dcterms:W3CDTF">2026-03-22T12:51:21Z</dcterms:modified>
</cp:coreProperties>
</file>